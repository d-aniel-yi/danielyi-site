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Plan for Monsters University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Growth Plan for Mongoose Account Expansion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Daniel Yi | Account Manager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 &amp; Context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foundation for expansion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114800" cy="41148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Customer Profile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ARR: $27,500 per year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Text (Admissions &amp; Advancement)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Chat (Admissions &amp; Advancement)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Satisfied, stable, no renewal concerns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2011680"/>
            <a:ext cx="4114800" cy="41148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Profile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7492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Population: 20,000 students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Ellucian CRM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Ellucian 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Plan: Five priorities through 2030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Enhancing the Student Experience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an unparalleled student experience that supports personal growth, academic achievement, and well-being.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Platform Alignment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Explain how Mongoose's Conversation Intelligence Platform aligns with this priority. Consider areas like: mental health support conversations, academic advising touchpoints, first-year transition support, student engagement metrics.]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Opportunities: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1 - e.g., Expand Mongoose to Student Affairs/Wellness Center]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2 - e.g., Implement Mongoose for academic advising teams]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3 - e.g., Add Mongoose Analytics for student engagement insights]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Fostering Research and Innovation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catalyst for discovery and solutions to real-world challenges.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Platform Alignment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How can Mongoose support research partnerships, industry collaborations, and innovation initiatives? Consider conversation intelligence for partnership development, grant proposal tracking, etc.]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Opportunities: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1 - e.g., Mongoose for Research Partnerships office]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2 - e.g., Conversation analytics for industry engagement]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3 - e.g., Innovation center communication tracking]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Supporting Diversity, Equity, and Inclusion (DEI)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community where all individuals feel respected, included, and empowered.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Platform Alignment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Explain how Mongoose can support DEI initiatives. Consider: tracking inclusive communication practices, measuring engagement across diverse student populations, supporting DEI office outreach efforts.]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Opportunities: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1 - e.g., Deploy Mongoose for DEI Office communications]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2 - e.g., Use conversation intelligence to measure inclusive practices]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3 - e.g., Expand to Cultural Centers and affinity groups]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Deepening Community and Global Engagement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local and global communities as partners in learning and progress.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Platform Alignment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How can Mongoose support community partnerships, global programs, and civic engagement? Consider: community relations tracking, international student services, alumni engagement expansion.]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Opportunities: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1 - e.g., Expand Mongoose to Community Relations office]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2 - e.g., International Programs office deployment]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3 - e.g., Alumni Engagement expansion beyond Advancement]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Ensuring Institutional Sustainability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financial, environmental, and operational sustainability.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Platform Alignment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Explain how Mongoose supports operational efficiency, cost management, and strategic decision-making. Consider: conversation analytics for efficiency gains, ROI measurement, data-driven resource allocation.]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Opportunities: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1 - e.g., Expand to additional departments for operational efficiency]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4937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2 - e.g., Implement Mongoose Analytics for ROI tracking]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3 - e.g., Cross-departmental conversation intelligence insights]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Growth Areas &amp; Roles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expansion opportunities and stakeholder engagement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114800" cy="41148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Growth Areas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[Growth Area 1 - e.g., Student Affairs/Wellness Center]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[Growth Area 2 - e.g., Academic Advising]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[Growth Area 3 - e.g., DEI Office]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[Growth Area 4 - e.g., International Programs]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[Add more as needed]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2011680"/>
            <a:ext cx="4114800" cy="41148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Roles to Engage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5780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1 - e.g., VP of Student Affairs]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2 - e.g., Director of Academic Advising]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3 - e.g., Chief Diversity Officer]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4 - e.g., Director of International Programs]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4206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[Add more as needed]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Collaborators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team members to partner with for success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Identify which internal Mongoose roles/teams you would partner with given the targeted growth areas and roles identified above. Consider: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Solutions Engineers/Technical 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Success Managers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specialists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leadership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 account managers with similar use cases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each collaborator would support the expansion efforts.]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Factors to Consider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and mitigation strategies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Identify key risk factors that should be considered for this expansion effort. Consider: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constraints and competing priorities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management and adoption 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complexity with existing systems (Ellucian)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Timing and resource availability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Stakeholder buy-in and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risk, briefly explain the mitigation strategy.]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Prioritized Communication Plan &amp; Success Criteria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execute and measure success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Develop a prioritized communication plan and define success criteria. Include: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PLAN: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1: [Timeline] - [Activities and stakeholders]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2: [Timeline] - [Activities and stakeholders]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3: [Timeline] - [Activities and stakeholders]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Quantitative metrics: [e.g., ARR growth target, adoption rate, etc.]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Qualitative indicators: [e.g., stakeholder satisfaction, strategic alignment, etc.]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Timeline: [When will we measure success?]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4846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Reporting: [How will we communicate progress?]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Past Account Expansion Example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D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study demonstrating successful expansion (+25%+ ARR growth)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Expansion Case Study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 - [Brief description]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00600" y="914400"/>
            <a:ext cx="4114800" cy="5029200"/>
          </a:xfrm>
          <a:prstGeom prst="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6164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CONTENT HERE - Provide an example of an account you had primary responsibility for where you successfully expanded the account by 25%+ of existing ARR. Include: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492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PRIORITIES/PROBLEMS UNCOVERED: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49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[Problem 1 and how it influenced expansion]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[Problem 2 and how it influenced expansion]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[Problem 3 and how it influenced expansion]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ROLES INVOLVED: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1] - [Their involvement and decision-making power]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4114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2] - [Their involvement and decision-making power]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[Role 3] - [Their involvement and decision-making power]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5029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CONSIDERED: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5394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[Alternative 1] - [Why it wasn't chosen]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5760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[Alternative 2] - [Why it wasn't chosen]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6126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[Other options explored]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TO CLOSE PROCESS: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7040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Discovery Phase: [What you learned]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7406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Phase: [How they evaluated]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7772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Decision Phase: [How they made the decision]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8138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Close: [Final steps and timeline]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8503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Result: [Final ARR increase and impact]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Expand Together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DD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next steps.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CB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Daniel Yi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503 545 8728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16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d@nielyi.com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2025-11-05T18:31:50Z</dcterms:created>
  <dcterms:modified xsi:type="dcterms:W3CDTF">2025-11-05T18:31:50Z</dcterms:modified>
</cp:coreProperties>
</file>